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B32"/>
          </a:solidFill>
          <a:ln w="12700">
            <a:solidFill>
              <a:srgbClr val="0B1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486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2345C"/>
          </a:solidFill>
          <a:ln w="12700">
            <a:solidFill>
              <a:srgbClr val="1234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5486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63B32"/>
          </a:solidFill>
          <a:ln w="12700">
            <a:solidFill>
              <a:srgbClr val="163B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548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DeltaAI GH200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Compression Experiment Response Is Complete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conditional-diffusion lossy compression and reconstruction of high-resolution drone imagery on DeltaAI. All June 2 workflows — compression, reconstruction, the tradeoff matrix, detection, and SAM — are done.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1947672" cy="1188720"/>
          </a:xfrm>
          <a:prstGeom prst="roundRect">
            <a:avLst>
              <a:gd name="adj" fmla="val 4615"/>
            </a:avLst>
          </a:prstGeom>
          <a:solidFill>
            <a:srgbClr val="102848"/>
          </a:solidFill>
          <a:ln w="12700">
            <a:solidFill>
              <a:srgbClr val="1028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445312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470916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6EFA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79.98×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67512" y="514807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· 256 tile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7752" y="4343400"/>
            <a:ext cx="1947672" cy="1188720"/>
          </a:xfrm>
          <a:prstGeom prst="roundRect">
            <a:avLst>
              <a:gd name="adj" fmla="val 4615"/>
            </a:avLst>
          </a:prstGeom>
          <a:solidFill>
            <a:srgbClr val="102848"/>
          </a:solidFill>
          <a:ln w="12700">
            <a:solidFill>
              <a:srgbClr val="1028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2344" y="445312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peak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52344" y="470916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DD3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≈1.6 GB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752344" y="514807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~52 GB full-image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4343400"/>
            <a:ext cx="1956816" cy="1188720"/>
          </a:xfrm>
          <a:prstGeom prst="roundRect">
            <a:avLst>
              <a:gd name="adj" fmla="val 4615"/>
            </a:avLst>
          </a:prstGeom>
          <a:solidFill>
            <a:srgbClr val="102848"/>
          </a:solidFill>
          <a:ln w="12700">
            <a:solidFill>
              <a:srgbClr val="1028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44531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47091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DBA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/ 6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837176" y="514807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(2 as pilots)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8064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Yifan Yang · Updated June 7, 2026 · rayford295/sc26-cdc-deltaai @ d87a8a9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548640"/>
            <a:ext cx="4370832" cy="5760720"/>
          </a:xfrm>
          <a:prstGeom prst="roundRect">
            <a:avLst>
              <a:gd name="adj" fmla="val 1046"/>
            </a:avLst>
          </a:prstGeom>
          <a:solidFill>
            <a:srgbClr val="12345C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23" name="Image 0" descr="/private/tmp/sc26/results/2026-04-26-reconstruction/visual_examples_small/original_100_0005_0001_sm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79792" y="713232"/>
            <a:ext cx="4041648" cy="4937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79792" y="5687568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Galveston, TX — 100 RGB drone images, ≈5472×3648 px, ≈8.34 MB each, ~47 m altitude.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Systems Question Behind the Poster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CDC compression and reconstruction workflow cut HPC storage and transfer pressure while preserving enough quality for inspection and downstream computer vision?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2735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8013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2057400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images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67512" y="25420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≈5472×3648 px · ≈8.34 MB · ~47 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95928" y="1691640"/>
            <a:ext cx="32735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8013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057400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fp32 · 65 steps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160520" y="25420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full-res · batch size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32735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1729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3429000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GH200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67512" y="39136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DeltaAI main · H200 compare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95928" y="3063240"/>
            <a:ext cx="32735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1729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3429000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families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160520" y="39136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· GPU · BPP · PSNR/SSIM/LPIPS · 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settings: checkpoint, tile size, tile batch, denoising steps, precision, resolution, and storage placement.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691640"/>
            <a:ext cx="4190695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23" name="Image 0" descr="/private/tmp/sc26/results/2026-04-26-reconstruction/visual_examples_small/original_100_0005_0001_sm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53528" y="1847088"/>
            <a:ext cx="3879799" cy="2606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53528" y="4498848"/>
            <a:ext cx="3879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drone survey scene: vehicles, roads, and buildings drive the downstream-CV tests.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poster storyline and run setup in README + experiment-response document.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Requested Workflow Is Complete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and the main DeltaAI runs are done; the only open items are quality upgrades before paper-grade detection claims.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1371600"/>
                <a:gridCol w="56967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 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Compression optimization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Checkpoint-controlled settings selected; b00064 balanced, b00128 stress test.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 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Reconstruction optimization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256 and 512 tiling validated; 256 fastest/lowest memory, 512 quality backup.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 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Compression × tile-size tradeoff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N50 LPIPS matrix finished all 9 rows on GH200 (Slurm 2422336).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 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Object-detection impact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 (pilot)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N50 COCO YOLOv8x vehicle workflow finished (2426722); labels are draft.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Add-on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 zero-shot mask stability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 (pilot)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 ViT-H on 50 images, 829 prompts (2426827); 0 failed prompts.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Add-on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GH200 vs H200 comparison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H200 runs the workflow and is ~3.6% faster at matched step counts.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experiment-response completion table; Slurm job IDs as cited.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Setting: Balanced b00064 + 256 Tile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speed and memory profile in the formal N50 tradeoff run, with a quality-safe backup and a stress-test ceiling.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80136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(deploy)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2057400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b00064 · 256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67512" y="2679192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79.34 s/img · 1.57 GB · 79.98×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80136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Quality-safe backup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70832" y="2057400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b00064 · 512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370832" y="2679192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86.0 s/img · 2.90 GB · 78.48×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1691640"/>
            <a:ext cx="3779215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801368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74152" y="2057400"/>
            <a:ext cx="3450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b00128 · 256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074152" y="267919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139.89× · PSNR 30.89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11185855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0156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256 tiling wins operationally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77240" y="3941064"/>
            <a:ext cx="109728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3886200"/>
            <a:ext cx="5157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GPU memory: ~52 GB → ~1.6 GB.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 tiling makes full-resolution reconstruction practical on shared GPUs.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672584"/>
            <a:ext cx="109728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617720"/>
            <a:ext cx="5157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Runtime: ~143 s → ~79 s per image.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Fastest and lowest-memory setting in the N50 matrix.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941064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3886200"/>
            <a:ext cx="5248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at 256: PSNR 33.14 · SSIM 0.877 · LPIPS 0.00183.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marginally below 512; 512 is slightly better on PSNR/SSIM/LPIPS and seams.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672584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617720"/>
            <a:ext cx="5248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b00128 saves the most storage (139.9×).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shows the largest quality and detection drop — keep as a ceiling only.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results/2026-06-05-tradeoff-n50-lpips/ (combined_summary).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1 — Compression Is Controlled by Checkpoint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x-parameterization CDC path has no continuous runtime ratio knob; compression is set by checkpoint and reported via measured BPP and ratio.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680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68680"/>
                <a:gridCol w="914400"/>
                <a:gridCol w="868680"/>
                <a:gridCol w="868680"/>
                <a:gridCol w="868680"/>
                <a:gridCol w="86868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Ckpt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Sec/img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GPU GB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BPP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PSNR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SSIM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quality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b00512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143.73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0.7345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32.67×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34.84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0.9423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b00064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143.66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50.7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0.2578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93.11×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33.73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0.8803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compression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b00128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143.70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50.7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0.1448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165.73×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31.52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0.8281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b02048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143.70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0.3371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71.20×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29.45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0.8727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N=20 checkpoint sweep (full-image). These settings feed the formal N50 tradeoff run.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12480" y="1691640"/>
            <a:ext cx="327629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7072" y="1801368"/>
            <a:ext cx="2947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candidate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77072" y="2057400"/>
            <a:ext cx="294711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b00064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577072" y="2267712"/>
            <a:ext cx="2947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93.11× · PSNR 33.73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12480" y="2788920"/>
            <a:ext cx="327629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2898648"/>
            <a:ext cx="2947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 ceiling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77072" y="3154680"/>
            <a:ext cx="294711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165.7×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577072" y="3364992"/>
            <a:ext cx="2947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b00128 stress test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2480" y="3886200"/>
            <a:ext cx="327629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77072" y="3995928"/>
            <a:ext cx="2947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Fidelity ref.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77072" y="4251960"/>
            <a:ext cx="294711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34.84 dB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577072" y="4462272"/>
            <a:ext cx="2947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b00512 high quality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results/2026-05-22-jacob-compression-n20/.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Experiments 2 &amp; 3 — Reconstruction × Tile-Size Tradeoff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N50 run (LPIPS on) across checkpoint roles and tile sizes. Rows most relevant to the recommendation and downstream tests.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914400"/>
                <a:gridCol w="914400"/>
                <a:gridCol w="914400"/>
                <a:gridCol w="1280160"/>
                <a:gridCol w="859536"/>
                <a:gridCol w="859536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Sec/img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GPU GB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Storage saved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PSNR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SSIM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LPIPS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quality 512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b00512 + 512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88.51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29.73×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96.64%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34.19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0.9376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0.002591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256  ◀ recommended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b00064 + 256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79.34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79.98×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98.75%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33.14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0.8768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0.001826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512  (backup)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b00064 + 512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78.48×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98.73%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33.23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0.8782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0.001792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 compression 256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b00128 + 256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78.91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139.89×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99.29%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30.89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0.8193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0.005676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38912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readout: 256 tiling cuts peak GPU memory from ~52 GB (full-image) to ~1.6 GB and runtime from ~143 s to ~79 s per image. 512 is slower and heavier, but slightly safer on image-quality metrics.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results/2026-06-05-tradeoff-n50-lpips/. Storage saved vs native full-resolution.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256 — Early Tile-Size Screening (512 / 1024 / 2048)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N50 matrix, a baseline_b02048 pilot on 8 full-resolution images explained why larger tiles were dropped.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97280"/>
                <a:gridCol w="777240"/>
                <a:gridCol w="777240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Time/img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GPU memory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PSNR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SSIM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Conclusion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tiling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143.55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52.0 GB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29.88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0.8847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Reference; too slow &amp; memory-heavy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512 × 512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86.01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 GB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29.73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0.8822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speed/memory at that stage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1024 × 1024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88.35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11.2 GB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29.82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0.8835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Slightly better quality, far more memory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2048 × 2048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95.39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43.8 GB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29.90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0.8841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Near no-tiling; loses tiling benefit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91640"/>
            <a:ext cx="3276295" cy="2432304"/>
          </a:xfrm>
          <a:prstGeom prst="roundRect">
            <a:avLst>
              <a:gd name="adj" fmla="val 1880"/>
            </a:avLst>
          </a:prstGeom>
          <a:solidFill>
            <a:srgbClr val="EAF1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13648" y="1847088"/>
            <a:ext cx="2873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13648" y="2267712"/>
            <a:ext cx="287395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 was best at the screening stage. Larger tiles kept quality marginally closer to no-tiling but cost far more memory. Once 256 was added it beat 512 on speed and memory, so the formal matrix focused on 256 and 512.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baseline_b02048 tile-size pilot (8 full-resolution images).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Reconstruction Quality Is Visually Inspectable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 maps put small reconstruction errors next to scalar metrics — the poster's quality-evidence visual for the 256 setting.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86384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/private/tmp/sc26/results/2026-05-22-yifan-poster-visual-qa/visual_examples_small/100_0005_0001_tile256_poster_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749808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691640"/>
            <a:ext cx="309341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59952" y="1801368"/>
            <a:ext cx="2764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PSNR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59952" y="2057400"/>
            <a:ext cx="27642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28.78 dB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759952" y="2267712"/>
            <a:ext cx="2764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 tile, this scene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595360" y="2788920"/>
            <a:ext cx="309341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9952" y="2898648"/>
            <a:ext cx="2764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SSIM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59952" y="3154680"/>
            <a:ext cx="27642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0.8552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759952" y="3364992"/>
            <a:ext cx="2764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similarity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95360" y="3886200"/>
            <a:ext cx="309341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3995928"/>
            <a:ext cx="2764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diff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59952" y="4251960"/>
            <a:ext cx="27642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0.0275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759952" y="4462272"/>
            <a:ext cx="2764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diff 0.687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595360" y="5084064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33104" y="5029200"/>
            <a:ext cx="2855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concentrate on edges.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 map highlights roof lines, road markings, and vehicles.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results/2026-05-22-yifan-poster-visual-qa/ (256 tiling poster panel).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4 — Object-Detection Impact (Pilot)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COCO YOLOv8x detector; COCO car/bus/truck → one pilot vehicle class; compared on 50 draft-labeled images (829 boxes).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955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60120"/>
                <a:gridCol w="1097280"/>
                <a:gridCol w="960120"/>
                <a:gridCol w="868680"/>
                <a:gridCol w="82296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mAP@.5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mAP@.5:.95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Recall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Original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0.6902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0.5711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0.0635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0.8432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0.1182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11002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quality 512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0.6329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0.2706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0.8094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0.1160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10742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256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0.6280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0.2712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0.0601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0.8070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0.1118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11137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512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0.2703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0.0592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0.8070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0.1102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11310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 compression 256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0.5889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0.2603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0.0568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0.7720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0.1059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11260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792224"/>
            <a:ext cx="109728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24544" y="1737360"/>
            <a:ext cx="27642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stays close to original.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mAP@.5 0.690 → 0.628; max-compression drops to 0.589.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0" y="2660904"/>
            <a:ext cx="109728" cy="109728"/>
          </a:xfrm>
          <a:prstGeom prst="rect">
            <a:avLst/>
          </a:prstGeom>
          <a:solidFill>
            <a:srgbClr val="5B667A"/>
          </a:solidFill>
          <a:ln w="12700">
            <a:solidFill>
              <a:srgbClr val="5B66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24544" y="2606040"/>
            <a:ext cx="27642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precision is intentional.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conf=0.001 keeps many low-confidence boxes for AP/recall.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3529584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24544" y="3474720"/>
            <a:ext cx="27642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Pilot, not a benchmark.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labels → sensitivity evidence; review labels before paper claims.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results/2026-06-06-detection-coco-vehicle-n50/. Labels are draft.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Add-On — SAM Zero-Shot Mask Stability (Pilot)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Promptable SAM ViT-H masks from reconstructed vs original images, same box prompts — a class-agnostic boundary-stability check.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955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914400"/>
                <a:gridCol w="1051560"/>
                <a:gridCol w="137160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Mask IoU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 ratio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Centroid shift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Original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1.0000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1.0000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1.0000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 px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256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0.7056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0.8110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1.0193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16.76 px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512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0.7061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0.8116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1.0133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16.81 px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 compression 256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0.7048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0.8107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1.0229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16.67 px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91640"/>
            <a:ext cx="300197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51392" y="1801368"/>
            <a:ext cx="2672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51392" y="2057400"/>
            <a:ext cx="26727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829 / 829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851392" y="2313432"/>
            <a:ext cx="2672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returned usable masks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0" y="2834640"/>
            <a:ext cx="300197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51392" y="2944368"/>
            <a:ext cx="2672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51392" y="3200400"/>
            <a:ext cx="26727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51392" y="3456432"/>
            <a:ext cx="2672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configuration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0" y="4123944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24544" y="4069080"/>
            <a:ext cx="27642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512 slightly best.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IoU, Dice, and area stability; 256 nearly tied → stays the pick.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results/2026-06-06-sam-mask-impact-n50/ (50 images, 829 prompts).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Check and Evidence Package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H200 runs the same workflow and is modestly faster; all results are committed as GitHub-safe summaries.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8872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GH200 vs H200 (fp32, matched steps)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5544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GH200 s/img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H200 s/img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11.27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10.87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44.37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42.74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143.67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138.48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977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Modest gain — base experiment selection on checkpoint and tile behavior before broad H200 reruns.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169164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package (committed)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057400"/>
          <a:ext cx="56080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278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Repository folder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Compression × tile matrix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results/2026-06-05-tradeoff-n50-lpips/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Detection impact, N50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results/2026-06-06-detection-coco-vehicle-n50/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 mask stability, N50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results/2026-06-06-sam-mask-impact-n50/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 code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experiments/compression/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080760" y="4343400"/>
            <a:ext cx="5608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boundary: GitHub stores lightweight tables, summaries, manifests, and docs. Full-resolution images, logs, weights, and raw outputs stay on /projects/bfod/$USER/cdc-deltaai/.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results/2026-04-28-h200-reconstruction/ and committed evidence folders.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732520" y="6446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SC26 CDC · DeltaAI experiment response · June 7,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2"/>
          </a:solidFill>
          <a:ln w="12700">
            <a:solidFill>
              <a:srgbClr val="0B1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4864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12345C"/>
          </a:solidFill>
          <a:ln w="12700">
            <a:solidFill>
              <a:srgbClr val="1234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Requested Workflows Are Done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E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setting: balanced_checkpoint_b00064 with 256 × 256 tiling, and b00064 + 512 × 512 as the quality-safe backup when fidelity is prioritized.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102848"/>
          </a:solidFill>
          <a:ln w="12700">
            <a:solidFill>
              <a:srgbClr val="1028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80720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3063240"/>
            <a:ext cx="32826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6EFA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b00064 · 256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67512" y="3547872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79.98× · 1.6 GB · 79 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69748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102848"/>
          </a:solidFill>
          <a:ln w="12700">
            <a:solidFill>
              <a:srgbClr val="1028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80720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62272" y="3063240"/>
            <a:ext cx="32826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DBA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b00064 · 512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462272" y="3547872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quality-safe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697480"/>
            <a:ext cx="3596335" cy="1234440"/>
          </a:xfrm>
          <a:prstGeom prst="roundRect">
            <a:avLst>
              <a:gd name="adj" fmla="val 4444"/>
            </a:avLst>
          </a:prstGeom>
          <a:solidFill>
            <a:srgbClr val="102848"/>
          </a:solidFill>
          <a:ln w="12700">
            <a:solidFill>
              <a:srgbClr val="1028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807208"/>
            <a:ext cx="3267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Ceiling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57032" y="3063240"/>
            <a:ext cx="32671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CA5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b00128 · 256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257032" y="3547872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 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E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Remaining non-blocking quality steps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709160"/>
            <a:ext cx="109728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4645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correct the N50 draft labels.  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gate before stronger detection claims.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166360"/>
            <a:ext cx="109728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51023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the reviewed label set if time allows.  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benchmark credibility.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709160"/>
            <a:ext cx="109728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4645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Rerun Experiment 4 with a project-specific detector.  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one becomes available.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5166360"/>
            <a:ext cx="109728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51023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promote pilots to paper-grade benchmarks.  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+ SAM are workflow-complete today.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rayford295/sc26-cdc-deltaai @ d87a8a9 · Prepared by Yifan Yang · June 7,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SC26 CDC Experiment Response Complete</dc:title>
  <dc:subject>PptxGenJS Presentation</dc:subject>
  <dc:creator>Yifan Yang</dc:creator>
  <cp:lastModifiedBy>Yifan Yang</cp:lastModifiedBy>
  <cp:revision>1</cp:revision>
  <dcterms:created xsi:type="dcterms:W3CDTF">2026-06-09T00:08:29Z</dcterms:created>
  <dcterms:modified xsi:type="dcterms:W3CDTF">2026-06-09T00:08:29Z</dcterms:modified>
</cp:coreProperties>
</file>